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gna Sree" userId="29b62a2650229afe" providerId="LiveId" clId="{0B79DAB5-A990-4F2D-B7D7-CBCFBE01D0B1}"/>
    <pc:docChg chg="custSel modSld">
      <pc:chgData name="Pragna Sree" userId="29b62a2650229afe" providerId="LiveId" clId="{0B79DAB5-A990-4F2D-B7D7-CBCFBE01D0B1}" dt="2026-10-03T05:46:54.513" v="7" actId="22"/>
      <pc:docMkLst>
        <pc:docMk/>
      </pc:docMkLst>
      <pc:sldChg chg="addSp delSp modSp mod">
        <pc:chgData name="Pragna Sree" userId="29b62a2650229afe" providerId="LiveId" clId="{0B79DAB5-A990-4F2D-B7D7-CBCFBE01D0B1}" dt="2026-10-03T05:46:54.513" v="7" actId="22"/>
        <pc:sldMkLst>
          <pc:docMk/>
          <pc:sldMk cId="1730785783" sldId="256"/>
        </pc:sldMkLst>
        <pc:spChg chg="add del mod">
          <ac:chgData name="Pragna Sree" userId="29b62a2650229afe" providerId="LiveId" clId="{0B79DAB5-A990-4F2D-B7D7-CBCFBE01D0B1}" dt="2026-10-03T05:46:19.964" v="5" actId="478"/>
          <ac:spMkLst>
            <pc:docMk/>
            <pc:sldMk cId="1730785783" sldId="256"/>
            <ac:spMk id="11" creationId="{2DC7109A-6A8B-4E78-C42E-BCE8A51A0C50}"/>
          </ac:spMkLst>
        </pc:spChg>
        <pc:picChg chg="del">
          <ac:chgData name="Pragna Sree" userId="29b62a2650229afe" providerId="LiveId" clId="{0B79DAB5-A990-4F2D-B7D7-CBCFBE01D0B1}" dt="2026-10-03T05:46:29.846" v="6" actId="478"/>
          <ac:picMkLst>
            <pc:docMk/>
            <pc:sldMk cId="1730785783" sldId="256"/>
            <ac:picMk id="9" creationId="{B1052EF2-5F41-5964-FA42-394B553E329F}"/>
          </ac:picMkLst>
        </pc:picChg>
        <pc:picChg chg="add">
          <ac:chgData name="Pragna Sree" userId="29b62a2650229afe" providerId="LiveId" clId="{0B79DAB5-A990-4F2D-B7D7-CBCFBE01D0B1}" dt="2026-10-03T05:46:54.513" v="7" actId="22"/>
          <ac:picMkLst>
            <pc:docMk/>
            <pc:sldMk cId="1730785783" sldId="256"/>
            <ac:picMk id="13" creationId="{B4C394C1-0FA8-3096-84CF-A044924BEAD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D8CB0-0DC7-5820-D36E-033E94865E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4E7718-E516-2921-7959-F6F23B1820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059DE3-3081-B2A9-8141-3AF817D7B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C5857-B15A-4258-B5F9-7D2C9F827B7F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0B0CC1-5DBF-19AB-91F2-E9C114F6E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F713-C58A-9B91-7D69-8917FC985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18CB7-22E2-4989-A0D0-38AA2C0574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0291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DCF78-0F07-AAA7-2FD3-4A8060D2D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89780-F56B-0D0A-8499-E278889FA6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A142D-08DD-0DE5-3F90-4900527CF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C5857-B15A-4258-B5F9-7D2C9F827B7F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29CB80-0339-79C7-E78D-EC9F67182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07BC01-4845-2DAF-7475-C60B6B5A7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18CB7-22E2-4989-A0D0-38AA2C0574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6572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BC536-A1CE-E1CF-2192-2E6B49201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B84F02-04DC-A3F5-D48E-53B6A63430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D036A7-2074-CDAE-1812-0D1E23EAF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C5857-B15A-4258-B5F9-7D2C9F827B7F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FB89CB-1385-0F57-04B1-7D376A227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4C732-03EF-0442-9558-7EADAABAE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18CB7-22E2-4989-A0D0-38AA2C0574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9745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FCEF6-3420-95A1-FE05-89052E1C1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7CDE8-5196-08FE-14FC-11262D885F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A73C8A-F1A5-CFDF-9931-45C66FF254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870EFA-C58C-20A4-842D-84EB72755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C5857-B15A-4258-B5F9-7D2C9F827B7F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CEA84A-9C7B-DC02-845A-50C7F6415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A104C9-7CE0-72C0-6FFF-4AB2961C9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18CB7-22E2-4989-A0D0-38AA2C0574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7127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AD31E-0BC1-E7D5-A2B6-B30743D4A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E602C0-1A7A-D083-4BB9-BA62CE7258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234508-7350-DAF7-5C4F-32D2E197DE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508D7B-F76C-C536-6E4E-BC55757616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7E210C-568F-816D-D6D8-8E3701777B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D740C3-AC24-BA85-9537-0B1421E91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C5857-B15A-4258-B5F9-7D2C9F827B7F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73DB29-9745-C982-3359-59EBA3E79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AAAAC6-8E91-9989-2FFD-E9A50B9F4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18CB7-22E2-4989-A0D0-38AA2C0574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5415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35CEB-D1C4-6690-5ADF-A6FEE6417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EA2F76-9A4B-DABC-ACD9-AC5EF08D3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C5857-B15A-4258-B5F9-7D2C9F827B7F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F3B9E1-8116-7428-25CA-7FF7200E2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EB5B0E-F32F-AD3B-A82E-CBF64DE97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18CB7-22E2-4989-A0D0-38AA2C0574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2668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82D4D3-A854-FF53-7C7B-E7840349C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C5857-B15A-4258-B5F9-7D2C9F827B7F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B5A0FC-0C00-CF54-3CFF-D26C6D219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D54BAC-C6FC-5926-4461-78ED0D67F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18CB7-22E2-4989-A0D0-38AA2C0574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33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A0FB4-45B7-B644-D4D9-DCD9A7B50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7F498-A47E-1B83-C56A-8CBDD1F050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9D180F-D996-62C8-000B-23CBD48EA5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FB55F3-B838-E658-7E82-966E239AC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C5857-B15A-4258-B5F9-7D2C9F827B7F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DADF94-D390-03B4-45F0-75C3789AA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81EB6B-5B89-3F4A-D2BF-72F0E4A9A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18CB7-22E2-4989-A0D0-38AA2C0574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3785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F4460-28B0-89B2-46CD-103220696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C8D240-5243-EFE1-9B49-963F97D7AD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84E5A3-3818-7082-E53A-C8D3DDE58C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A1FB01-AE1C-6C5A-7DD6-486EA8D27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C5857-B15A-4258-B5F9-7D2C9F827B7F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7A6629-F642-A140-081C-0AC3D5C80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6F26D7-217E-0297-E9CA-A6A71302F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18CB7-22E2-4989-A0D0-38AA2C0574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793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3EE79-0490-6926-5105-2048B6ED0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42BEF8-8E64-449C-3CFF-B7F685B474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0B0AED-C3E4-64D5-9723-9EB23ACC1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C5857-B15A-4258-B5F9-7D2C9F827B7F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F0AC86-BCA0-74B7-DBD1-6F1565B89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0D76F2-DD66-4819-5AA3-AB4EAC88A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18CB7-22E2-4989-A0D0-38AA2C0574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1568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7BA888-2160-FF8C-DF91-2C9595A878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64918E-4AD8-C792-BB17-3EA6741D24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9A4432-B931-B223-5433-5501A95AB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C5857-B15A-4258-B5F9-7D2C9F827B7F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5DCE10-D3EF-BBE2-DD9A-7F0A99309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BD550E-43CB-457D-E88F-C74DF3649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18CB7-22E2-4989-A0D0-38AA2C0574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7113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21CFC1-016D-3003-6D7E-FFE83AA77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FB05C-5F54-3F86-7CF1-DFCDC35B68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2A8721-338C-DE10-A057-2ADAC97BE5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4C5857-B15A-4258-B5F9-7D2C9F827B7F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6010F9-DD96-4B79-294D-E1D70738A4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BBEC7-F921-714A-66AD-1DFDD97995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118CB7-22E2-4989-A0D0-38AA2C0574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2991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B4C394C1-0FA8-3096-84CF-A044924BE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7" y="6174"/>
            <a:ext cx="12179926" cy="6845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785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2BA04D4-DA90-D894-E9A2-0B0947DA34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7" y="6174"/>
            <a:ext cx="12179926" cy="6845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311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BF35FB-420C-864C-7EE0-97F71793BB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81"/>
            <a:ext cx="12192000" cy="685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472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C93B99-F895-B5AF-9C99-49842479A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7" y="25225"/>
            <a:ext cx="12179926" cy="680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102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85B568-CEEA-9192-D355-52B460348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81"/>
            <a:ext cx="12192000" cy="685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398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B2B5EA-635C-BF30-F21E-369D4025A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3"/>
            <a:ext cx="12192000" cy="6856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779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DD320D-E7F4-2987-BFC3-5418AAB12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4" y="0"/>
            <a:ext cx="121828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049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Pragna Sree</dc:creator>
  <cp:lastModifiedBy>Pragna Sree</cp:lastModifiedBy>
  <cp:revision>1</cp:revision>
  <dcterms:created xsi:type="dcterms:W3CDTF">2026-10-03T05:45:06Z</dcterms:created>
  <dcterms:modified xsi:type="dcterms:W3CDTF">2026-10-03T05:47:01Z</dcterms:modified>
</cp:coreProperties>
</file>